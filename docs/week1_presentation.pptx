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143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· Center for Innovation, Technology &amp; Aging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0" y="457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18,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· PLANS PRESENTATION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Robotic O₂</a:t>
            </a: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Generator</a:t>
            </a: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Carrier.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one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Olga · Aibek · Chi 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3931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Dr. William Kearns</a:t>
            </a:r>
            <a:endParaRPr lang="en-US" sz="1200" dirty="0"/>
          </a:p>
          <a:p>
            <a:pPr marL="0" indent="0" algn="r">
              <a:lnSpc>
                <a:spcPct val="14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Hackathon: Prof. Yu Sun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 a quadruped robot to </a:t>
            </a:r>
            <a:r>
              <a:rPr lang="en-US" sz="4000" b="1" dirty="0">
                <a:solidFill>
                  <a:srgbClr val="E854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follow a person up and down stairs</a:t>
            </a: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while carrying an oxygen generator.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Brief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PLUG 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robot already walks and follows on flat ground. </a:t>
            </a:r>
            <a:r>
              <a:rPr lang="en-US" sz="3200" b="1" dirty="0">
                <a:solidFill>
                  <a:srgbClr val="E854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Stairs are the gap.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57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2606040"/>
            <a:ext cx="3840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BUILT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6-WEEK SCOPE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Unitree Go2 quadruped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RGB-D + 3D LiDAR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Flat-ground following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Tubing-management arm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31089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detection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Stair-aware gait switch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ft following on stairs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&lt; 8 lb stability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Hackathon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Scope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SOLVE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54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the staircase.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stair geometry from fused RGB-D + LiDAR.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54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Switch the gait.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→ climb at the right moment. Then back.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54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Hold the 2 ft gap.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close — but not too close — through vertical motion.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Hackathon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work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LAYERS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sensors to a foot on a step.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RGB-D · 3D LiDAR · sensor fusion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tracking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8412480" cy="420624"/>
          </a:xfrm>
          <a:prstGeom prst="rect">
            <a:avLst/>
          </a:prstGeom>
          <a:solidFill>
            <a:srgbClr val="FDEC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detection &amp; geometry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27832"/>
            <a:ext cx="8412480" cy="420624"/>
          </a:xfrm>
          <a:prstGeom prst="rect">
            <a:avLst/>
          </a:prstGeom>
          <a:solidFill>
            <a:srgbClr val="FDEC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Stair-aware follow + 2 ft controller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8412480" cy="420624"/>
          </a:xfrm>
          <a:prstGeom prst="rect">
            <a:avLst/>
          </a:prstGeom>
          <a:solidFill>
            <a:srgbClr val="FDEC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↔ climb gait switching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work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069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Go2 locomotion · payload mockup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Hackathon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SHIP BY JUN 29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artifacts. Each demo-able on its own.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Stair-following demo on the Go2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Stair-perception ROS 2 module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Stair-aware follow-policy patch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 Sim test scene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write-up + demo video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Hackathon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Deliverables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Six-week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18 → JUN 29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shippable thing every Friday.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28016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18–24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Kickoff &amp;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Repo, board, dev env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3 machines.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01952" y="2103120"/>
            <a:ext cx="128016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01952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01952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25–31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01952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01952" y="3520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up sensors,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flat-ground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55264" y="2103120"/>
            <a:ext cx="128016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55264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55264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1–7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55264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Stair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perception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55264" y="3520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detection,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test scene v1.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08576" y="2103120"/>
            <a:ext cx="1280160" cy="0"/>
          </a:xfrm>
          <a:prstGeom prst="line">
            <a:avLst/>
          </a:prstGeom>
          <a:noFill/>
          <a:ln w="25400">
            <a:solidFill>
              <a:srgbClr val="E854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08576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08576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8–14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08576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Gait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switching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08576" y="3520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end-to-end sim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climb. Mid-point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61888" y="2103120"/>
            <a:ext cx="128016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61888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61888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15–21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61888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bring-up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961888" y="3520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Go2. Tune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 ft gap.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2103120"/>
            <a:ext cx="1280160" cy="0"/>
          </a:xfrm>
          <a:prstGeom prst="line">
            <a:avLst/>
          </a:prstGeom>
          <a:noFill/>
          <a:ln w="25400">
            <a:solidFill>
              <a:srgbClr val="E854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0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22–29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&amp;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write-up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15200" y="3520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demo Jun 29.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+ report.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Hackathon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Plan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OF 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Olga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38328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Aibek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 Vo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246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Dr. William Kearns · Prof. Yu Sun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3611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Ricardo Wilches · Hieu Tran · Temirzhan Mukhambet · Rice Pham · Khanh Quoc Duong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Hackathon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Team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 this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COMPLETED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in Done.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164592" cy="164592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GitHub org (robotic-o2-team) and repo with project structure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64592" cy="164592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Sprint Board — 5 issues created, tracked, and completed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164592" cy="164592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Studied project abstract and understood system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164592" cy="164592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with Dr. Kearns — clarified project scope and requirements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00984"/>
            <a:ext cx="164592" cy="164592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Contacted teammates, exchanged contacts, shared GitHub access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21024"/>
            <a:ext cx="164592" cy="164592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Researched related work and existing codebase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41064"/>
            <a:ext cx="164592" cy="164592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development environments on all machines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61104"/>
            <a:ext cx="164592" cy="164592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and delivered this presentation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Hackathon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Status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DERAIL 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access slips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Sim-first. Hardware in W5–6.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Stairs vary a lot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2194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Isaac Sim staircase.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Payload shifts balance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Mass-on / mass-off tests each milestone.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ft gap is tight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8912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speed. "Hold &amp; signal" fallback.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is part-time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8912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demo cadence. GitHub-tracked.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Hackathon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Risks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5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robot dog.</a:t>
            </a:r>
            <a:endParaRPr lang="en-US" sz="5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flight of stairs.</a:t>
            </a:r>
            <a:endParaRPr lang="en-US" sz="5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weeks.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github.com/robotic-o2-team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 · Week 2: Sensor baseline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On-screen Show (16:9)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 O₂ Generator Carrier — Week 1</dc:title>
  <dc:subject>PptxGenJS Presentation</dc:subject>
  <dc:creator>Team Odin</dc:creator>
  <cp:lastModifiedBy>druzhkova olga</cp:lastModifiedBy>
  <cp:revision>2</cp:revision>
  <dcterms:created xsi:type="dcterms:W3CDTF">2026-05-14T00:35:31Z</dcterms:created>
  <dcterms:modified xsi:type="dcterms:W3CDTF">2026-05-14T00:38:40Z</dcterms:modified>
</cp:coreProperties>
</file>